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6035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SERVICENOW WINS  ·  DECISION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5760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vs. In-House Build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0972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technical and business audience — the dimensions where the ServiceNow platform is the stronger choice for OTC Compare &amp; Match.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4091940"/>
                <a:gridCol w="40919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matters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ServiceNow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In-House Build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4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to launch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UI, ACLs, workflow and SSO login already there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UI, auth, DB, APIs and CI/CD from scratch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Security &amp; RBAC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record + field-level ACLs and SSO (SAML/OAuth) built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pen-test your own RBAC and session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Audit &amp; compliance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audit of actions + AI calls (model, prompt, hash)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custom, tamper-proof audit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Integrations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IntegrationHub spokes + REST / MID for on-prem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Hand-code and maintain every connector and secret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Workflow &amp; orchestration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Designer + typed Flow Actions — business-editable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bespoke engine only developers can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Infrastructure &amp; scale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Hosting, scaling, HA, backups and patching are vendor-run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own servers, uptime, DR and security patching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Reuse &amp; extensibility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registry — new work drivers by config, no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new use-case is a fresh build and release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Maintainability / TCO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supported platform, versioned upgrades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growing custom codebase — CVEs and tech-debt to carry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Support &amp; key-person risk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SLA + a large standard-skills talent pool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the engineers who built it (bus factor)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3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 — governed &amp; pluggable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A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Assist + BYOLLM (Chinou / Claude via MID, reg-id stamped)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E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LLM gateway, guardrails and tracing yourself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6F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ServiceNow vs In-House Build</dc:title>
  <dc:subject>PptxGenJS Presentation</dc:subject>
  <dc:creator>Protiviti x Nomura</dc:creator>
  <cp:lastModifiedBy>Protiviti x Nomura</cp:lastModifiedBy>
  <cp:revision>1</cp:revision>
  <dcterms:created xsi:type="dcterms:W3CDTF">2026-09-11T06:44:03Z</dcterms:created>
  <dcterms:modified xsi:type="dcterms:W3CDTF">2026-09-11T06:44:03Z</dcterms:modified>
</cp:coreProperties>
</file>